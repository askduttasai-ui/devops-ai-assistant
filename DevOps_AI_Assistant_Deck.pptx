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1.png"/><Relationship Id="rId7" Type="http://schemas.openxmlformats.org/officeDocument/2006/relationships/image" Target="../media/image-14-1.png"/><Relationship Id="rId8" Type="http://schemas.openxmlformats.org/officeDocument/2006/relationships/image" Target="../media/image-14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663440"/>
            <a:ext cx="2926080" cy="2926080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DECK  ·  BEGINNER TO DEPLOYMENT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DevOps Assistant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Free-Tier Cloud DevOps Project — Docker, AWS, GitHub Actions and a Google Gemini AI Agent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75688" y="402336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Tier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77056" y="40233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12664" y="40233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2664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Tier   •   Zero Prior Experience Required   •   Live Deployment by End of Session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3252" y="196596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/home/claude/pptx_project/icons/lap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790" y="2152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6537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Project Overview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2860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and why it matters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64592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5372" y="196596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/home/claude/pptx_project/icons/lay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910" y="215249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6537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Tech Stack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2860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AWS, GitHub Actions &amp; Gemini AI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3252" y="370332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/home/claude/pptx_project/icons/clou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90" y="38898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60273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Architecture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02336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piece connects, end to end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33832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5372" y="370332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/home/claude/pptx_project/icons/sync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910" y="388985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60273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CI/CD Pipeline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02336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build, push &amp; deploy on every commit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12064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73252" y="544068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4" descr="/home/claude/pptx_project/icon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90" y="562721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534009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Security &amp; Cost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828800" y="57607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secrets and staying at $0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080760" y="512064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5372" y="544068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1" name="Image 5" descr="/home/claude/pptx_project/icons/rocke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910" y="5627218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534009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Next Steps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360920" y="57607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and where to go from here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Assistant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containerized Python Flask web app, powered by a live AI agent, deployed to a real AWS server and redeployed automatically on every code change.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3520440"/>
          </a:xfrm>
          <a:prstGeom prst="roundRect">
            <a:avLst>
              <a:gd name="adj" fmla="val 3117"/>
            </a:avLst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51760" y="2514600"/>
            <a:ext cx="1005840" cy="100584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7" name="Image 0" descr="/home/claude/pptx_project/icons/robot_1223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3162" y="2756002"/>
            <a:ext cx="523037" cy="5230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657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1560" y="416052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DevOps or Cloud question in plain English ("What is a Kubernetes pod?") and Google Gemini answers instantly, in beginner-friendly language.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2148840"/>
            <a:ext cx="5212080" cy="3520440"/>
          </a:xfrm>
          <a:prstGeom prst="roundRect">
            <a:avLst>
              <a:gd name="adj" fmla="val 3117"/>
            </a:avLst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183880" y="2514600"/>
            <a:ext cx="1005840" cy="10058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2" name="Image 1" descr="/home/claude/pptx_project/icons/chart_1223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282" y="275600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46520" y="3657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Analyzer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83680" y="416052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raw server or application log. The AI agent scans it, highlights the errors, and suggests concrete fixes — like an on-call engineer would.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live, internet-reachable AI tool your students built and deployed themselves — with a real CI/CD pipeline behind it.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Assistant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You Will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92024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/home/claude/pptx_project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945" y="20958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Development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real Python web application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00700" y="192024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/home/claude/pptx_project/icons/dock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265" y="209580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80560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an app with Docker, the industry standard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04020" y="192024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/home/claude/pptx_project/icons/clou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585" y="209580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83880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and securing an AWS EC2 server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97380" y="416052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/home/claude/pptx_project/icons/sync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945" y="433608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Automation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3492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GitHub Actions pipeline from scratch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5196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600700" y="416052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4" descr="/home/claude/pptx_project/icons/robo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6265" y="433608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80560" y="53492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real LLM API from application code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5528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304020" y="416052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1" name="Image 5" descr="/home/claude/pptx_project/icons/shiel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585" y="4336085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Basics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83880" y="53492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secrets, keys and access safely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Assistant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below has a permanent free tier — no charges if you follow the clean-up steps.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244852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7" name="Image 0" descr="/home/claude/pptx_project/icons/python_00B7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409444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449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Flask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51960" y="2244852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2" name="Image 1" descr="/home/claude/pptx_project/icons/docker_00B7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409444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30449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7472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95160" y="2244852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7" name="Image 2" descr="/home/claude/pptx_project/icons/github_00B7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2409444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0449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1792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82396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738360" y="2244852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22" name="Image 3" descr="/home/claude/pptx_project/icons/sync_00B7C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952" y="2409444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0" y="30449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96112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94360" y="41605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508760" y="4439412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27" name="Image 4" descr="/home/claude/pptx_project/icons/aws_00B7C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352" y="4604004"/>
            <a:ext cx="356616" cy="35661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" y="52395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EC2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31520" y="5577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hosting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37560" y="41605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251960" y="4439412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32" name="Image 5" descr="/home/claude/pptx_project/icons/robot_00B7C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4604004"/>
            <a:ext cx="356616" cy="35661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74720" y="52395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AI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474720" y="5577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080760" y="41605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995160" y="4439412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37" name="Image 6" descr="/home/claude/pptx_project/icons/server_00B7C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752" y="4604004"/>
            <a:ext cx="356616" cy="35661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217920" y="52395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Hub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217920" y="5577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registry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823960" y="41605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738360" y="4439412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42" name="Image 7" descr="/home/claude/pptx_project/icons/eye_00B7C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2952" y="4604004"/>
            <a:ext cx="356616" cy="35661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961120" y="52395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CloudWatch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8961120" y="5577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monitoring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Assistant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Piece Connects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08760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6" name="Image 0" descr="/home/claude/pptx_project/icons/laptop_0B18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6294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4630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Laptop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44168" y="17556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app.py, pushes code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1760220"/>
            <a:ext cx="502920" cy="0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2857500" y="14859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03320" y="1371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67912" y="1508760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13" name="Image 1" descr="/home/claude/pptx_project/icons/github_0B18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613" y="162946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98848" y="14630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98848" y="17556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(main branch)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0" y="2148840"/>
            <a:ext cx="0" cy="384048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2743200" y="2532888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907792" y="2738628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19" name="Image 2" descr="/home/claude/pptx_project/icons/sync_0B18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493" y="2859329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38728" y="26243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538728" y="291693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Build Docker image   2) Push to Docker Hub   3) SSH deploy to EC2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29200" y="3447288"/>
            <a:ext cx="0" cy="256032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29200" y="3703320"/>
            <a:ext cx="-3063240" cy="0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5029200" y="3447288"/>
            <a:ext cx="0" cy="256032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029200" y="3703320"/>
            <a:ext cx="4709160" cy="0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548640" y="37947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13232" y="3931920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28" name="Image 3" descr="/home/claude/pptx_project/icons/server_0B183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4052621"/>
            <a:ext cx="261518" cy="26151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44168" y="38862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344168" y="41788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devops-ai-assistant image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909560" y="37947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074152" y="3931920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33" name="Image 4" descr="/home/claude/pptx_project/icons/aws_0B183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4853" y="4052621"/>
            <a:ext cx="261518" cy="26151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705088" y="388620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— t2.micro (Free Tier)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8705088" y="417880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22.04, security group opens port 5000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291840" y="4183380"/>
            <a:ext cx="4617720" cy="0"/>
          </a:xfrm>
          <a:prstGeom prst="line">
            <a:avLst/>
          </a:prstGeom>
          <a:noFill/>
          <a:ln w="20320">
            <a:solidFill>
              <a:srgbClr val="00B7C3"/>
            </a:solidFill>
            <a:prstDash val="dash"/>
            <a:tailEnd type="triangle"/>
          </a:ln>
        </p:spPr>
      </p:sp>
      <p:sp>
        <p:nvSpPr>
          <p:cNvPr id="37" name="Text 30"/>
          <p:cNvSpPr/>
          <p:nvPr/>
        </p:nvSpPr>
        <p:spPr>
          <a:xfrm>
            <a:off x="4572000" y="39136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784080" y="4572000"/>
            <a:ext cx="0" cy="292608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7909560" y="4864608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074152" y="4988052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41" name="Image 5" descr="/home/claude/pptx_project/icons/layer_0B183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4853" y="5108753"/>
            <a:ext cx="261518" cy="26151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705088" y="495604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8705088" y="5248656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served by Gunicorn on port 5000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9784080" y="5614416"/>
            <a:ext cx="0" cy="292608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45" name="Text 37"/>
          <p:cNvSpPr/>
          <p:nvPr/>
        </p:nvSpPr>
        <p:spPr>
          <a:xfrm>
            <a:off x="9921240" y="56509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7909560" y="590702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8074152" y="5998464"/>
            <a:ext cx="475488" cy="475488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48" name="Image 6" descr="/home/claude/pptx_project/icons/robot_0B183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8269" y="6112581"/>
            <a:ext cx="247254" cy="247254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677656" y="599846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API</a:t>
            </a:r>
            <a:endParaRPr lang="en-US" sz="1200" dirty="0"/>
          </a:p>
        </p:txBody>
      </p:sp>
      <p:sp>
        <p:nvSpPr>
          <p:cNvPr id="50" name="Text 41"/>
          <p:cNvSpPr/>
          <p:nvPr/>
        </p:nvSpPr>
        <p:spPr>
          <a:xfrm>
            <a:off x="8677656" y="6291072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chat &amp; log-analysis responses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548640" y="5907024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713232" y="5998464"/>
            <a:ext cx="475488" cy="475488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53" name="Image 7" descr="/home/claude/pptx_project/icons/globe_0B183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349" y="6112581"/>
            <a:ext cx="247254" cy="247254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1316736" y="5998464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 Browser</a:t>
            </a:r>
            <a:endParaRPr lang="en-US" sz="1200" dirty="0"/>
          </a:p>
        </p:txBody>
      </p:sp>
      <p:sp>
        <p:nvSpPr>
          <p:cNvPr id="55" name="Text 45"/>
          <p:cNvSpPr/>
          <p:nvPr/>
        </p:nvSpPr>
        <p:spPr>
          <a:xfrm>
            <a:off x="1316736" y="6291072"/>
            <a:ext cx="30449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http://&lt;EC2-Public-IP&gt;:5000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4526280" y="6236208"/>
            <a:ext cx="3291840" cy="-960120"/>
          </a:xfrm>
          <a:prstGeom prst="line">
            <a:avLst/>
          </a:prstGeom>
          <a:noFill/>
          <a:ln w="22860">
            <a:solidFill>
              <a:srgbClr val="00B7C3"/>
            </a:solidFill>
            <a:prstDash val="dash"/>
            <a:headEnd type="triangle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STEP BY 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Following the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1848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push code to GitHub. This is the only manual step in the whole workflow — everything after this is automatic.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00100" y="2103120"/>
            <a:ext cx="0" cy="256032"/>
          </a:xfrm>
          <a:prstGeom prst="line">
            <a:avLst/>
          </a:prstGeom>
          <a:noFill/>
          <a:ln w="19050">
            <a:solidFill>
              <a:srgbClr val="E2E7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59152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wakes up: it builds a fresh Docker image from your Dockerfile and app.py.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0100" y="2862072"/>
            <a:ext cx="0" cy="256032"/>
          </a:xfrm>
          <a:prstGeom prst="line">
            <a:avLst/>
          </a:prstGeom>
          <a:noFill/>
          <a:ln w="19050">
            <a:solidFill>
              <a:srgbClr val="E2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18104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1363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pushes that image to Docker Hub, then securely connects to your AWS EC2 server over SSH.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0100" y="3621024"/>
            <a:ext cx="0" cy="256032"/>
          </a:xfrm>
          <a:prstGeom prst="line">
            <a:avLst/>
          </a:prstGeom>
          <a:noFill/>
          <a:ln w="19050">
            <a:solidFill>
              <a:srgbClr val="E2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77056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77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895344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EC2, the pipeline pulls the new image from Docker Hub and restarts the running container.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0100" y="4379976"/>
            <a:ext cx="0" cy="256032"/>
          </a:xfrm>
          <a:prstGeom prst="line">
            <a:avLst/>
          </a:prstGeom>
          <a:noFill/>
          <a:ln w="19050">
            <a:solidFill>
              <a:srgbClr val="E2E7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636008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65429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Flask app inside the container calls the Google Gemini API whenever a user asks a question.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00100" y="5138928"/>
            <a:ext cx="0" cy="256032"/>
          </a:xfrm>
          <a:prstGeom prst="line">
            <a:avLst/>
          </a:prstGeom>
          <a:noFill/>
          <a:ln w="19050">
            <a:solidFill>
              <a:srgbClr val="E2E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394960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541324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 talks to the container over the EC2 public IP on port 5000 — the app is live.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Assistant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You'll Need — All Free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/home/claude/pptx_project/icons/aw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379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Account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app on an EC2 virtual machine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823960" y="1975104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0" y="197510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hrs/month, 12 months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82549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008376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3" name="Image 1" descr="/home/claude/pptx_project/icons/github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" y="3161995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Account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29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code and runs the CI/CD pipeline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823960" y="3108960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823960" y="310896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public repos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95935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4400" y="4142232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0" name="Image 2" descr="/home/claude/pptx_project/icons/serv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4295851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83080" y="41056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Hub Account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029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your Docker container image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823960" y="4242816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823960" y="424281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public repos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5093208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4400" y="5276088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7" name="Image 3" descr="/home/claude/pptx_project/icons/robo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" y="5429707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783080" y="5239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AI Studio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029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your free Gemini API key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823960" y="5376672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823960" y="5376672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daily quota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Assistant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CI/CD Pipeline (deploy.yml)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on every "git push" to the main branch.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400300"/>
            <a:ext cx="685800" cy="68580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7" name="Image 0" descr="/home/claude/pptx_project/icons/github_0B18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256489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Code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611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pulls the latest commit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06040" y="3246120"/>
            <a:ext cx="262890" cy="0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68930" y="2148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09010" y="2400300"/>
            <a:ext cx="685800" cy="68580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14" name="Image 1" descr="/home/claude/pptx_project/icons/docker_0B18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02" y="256489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769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006090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Image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006090" y="3611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built from the Dockerfile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834890" y="3246120"/>
            <a:ext cx="262890" cy="0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097780" y="2148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37860" y="2400300"/>
            <a:ext cx="685800" cy="68580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21" name="Image 2" descr="/home/claude/pptx_project/icons/server_0B18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2564892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0654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234940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to Docker Hub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34940" y="3611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image uploaded to the registry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063740" y="3246120"/>
            <a:ext cx="262890" cy="0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7326630" y="2148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966710" y="2400300"/>
            <a:ext cx="685800" cy="68580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28" name="Image 3" descr="/home/claude/pptx_project/icons/key_0B183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302" y="2564892"/>
            <a:ext cx="356616" cy="35661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3539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463790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into EC2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463790" y="3611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connection using a stored key secret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292590" y="3246120"/>
            <a:ext cx="262890" cy="0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9555480" y="2148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0195560" y="2400300"/>
            <a:ext cx="685800" cy="68580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35" name="Image 4" descr="/home/claude/pptx_project/icons/sync_0B183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2564892"/>
            <a:ext cx="356616" cy="35661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106424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692640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&amp; Restart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9692640" y="3611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container replaces the old one, live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548640" y="4892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from push to live update: typically 60–120 seconds.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548640" y="54406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B1830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914400" y="5641848"/>
            <a:ext cx="640080" cy="64008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42" name="Image 5" descr="/home/claude/pptx_project/icons/lock_0B183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019" y="5795467"/>
            <a:ext cx="332842" cy="33284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737360" y="557784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GitHub Secrets power this pipeline: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1737360" y="588873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DOCKERHUB_USERNAME  ·  DOCKERHUB_TOKEN  ·  EC2_HOST  ·  EC2_SSH_KEY  ·  GEMINI_API_KEY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Secrets the Right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198882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/home/claude/pptx_project/icons/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21753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hard-code keys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42316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passwords are read from environment variables — never typed directly into app.py.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5100" y="198882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/home/claude/pptx_project/icons/ke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38" y="21753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GitHub Secrets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42316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sensitive values live in Settings → Secrets, encrypted and hidden from logs.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" y="422910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/home/claude/pptx_project/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44156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251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 SSH access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466344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EC2 security group only allows SSH (port 22) from your own IP address.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5100" y="422910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/home/claude/pptx_project/icons/ey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638" y="441563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251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gitignore your keys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466344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.pem file and any .env file are excluded from version control with .gitignore.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Assistant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AT $0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Control &amp; Free-Tier Limits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EC2 hours / month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1729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one t2.micro running 24/7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8288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66344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AWS free tier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31729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date you create your account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6002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8288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36676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if you clean 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31729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or terminate the instance when done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023360"/>
            <a:ext cx="10607040" cy="2148840"/>
          </a:xfrm>
          <a:prstGeom prst="roundRect">
            <a:avLst>
              <a:gd name="adj" fmla="val 4255"/>
            </a:avLst>
          </a:prstGeom>
          <a:solidFill>
            <a:srgbClr val="0B1830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1580" y="4229100"/>
            <a:ext cx="685800" cy="68580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18" name="Image 0" descr="/home/claude/pptx_project/icons/warning_0B18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172" y="4393692"/>
            <a:ext cx="356616" cy="3566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0574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Clean-up Checklist — Do This Every Session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057400" y="4709160"/>
            <a:ext cx="9052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 or terminate the EC2 instance when you finish practicing for the day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057400" y="5056632"/>
            <a:ext cx="9052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Delete unused security groups after terminating an instance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057400" y="5404104"/>
            <a:ext cx="9052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Avoid attaching an unused Elastic IP — it is billed when not attached to a running instance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057400" y="5751576"/>
            <a:ext cx="9052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 the AWS Billing Dashboard weekly to confirm you're within free-tier usage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GO WRONG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Issues &amp; Fast Fixes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194310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ptx_project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66" y="20857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can't reach the app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EC2 security group allows port 5000 from Anywhere, and docker ps shows the container running.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5100" y="194310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pptx_project/icons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746" y="20857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"AI request failed" message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37960" y="2606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GEMINI_API_KEY is missing, wrong, or you've hit the free daily quota.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" y="404622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2" descr="/home/claude/pptx_project/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418886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507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fails at Docker Hub login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68680" y="4709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DOCKERHUB_TOKEN secret is invalid — regenerate a new access token.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947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5100" y="404622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3" descr="/home/claude/pptx_project/icons/warn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746" y="418886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507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fails at EC2 deploy step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37960" y="4709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EC2_SSH_KEY must be the full .pem contents; EC2_HOST must match the current public IP.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Assistant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for Advanced Learners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7380" y="192024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/home/claude/pptx_project/icon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945" y="20958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Domain + HTTPS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+ free Let's Encrypt cert via Nginx reverse proxy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00700" y="192024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/home/claude/pptx_project/icons/lay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265" y="209580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743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ECS Fargate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056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single EC2 box to a managed container service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04020" y="192024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/home/claude/pptx_project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585" y="209580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743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8388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EC2 and security groups automatically with Terraform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897380" y="416052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/home/claude/pptx_project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945" y="433608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983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394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pytest job to deploy.yml that must pass before deploy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5196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600700" y="416052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4" descr="/home/claude/pptx_project/icons/key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6265" y="433608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4983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Store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80560" y="5394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secrets from GitHub to AWS Systems Manager Parameter Store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5528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304020" y="416052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1" name="Image 5" descr="/home/claude/pptx_project/icons/bol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585" y="4336085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4983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AI Features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83880" y="5394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Dockerfiles or YAML from plain-English prompts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Assistant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Completion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2940" y="1741932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5" name="Image 0" descr="/home/claude/pptx_project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1" y="1862633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free accounts created (AWS, GitHub, Docker Hub, Google AI Studio)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2940" y="2702052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8" name="Image 1" descr="/home/claude/pptx_project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1" y="2822753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6974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tested locally, then inside Docker, before touching AWS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62940" y="3662172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2" descr="/home/claude/pptx_project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1" y="3782873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657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pushed to GitHub and image pushed to Docker Hub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62940" y="4622292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4" name="Image 3" descr="/home/claude/pptx_project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1" y="4742993"/>
            <a:ext cx="261518" cy="261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6177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launched with the correct security group rules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40780" y="1741932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7" name="Image 4" descr="/home/claude/pptx_project/icon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481" y="1862633"/>
            <a:ext cx="261518" cy="2615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03720" y="1737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running and reachable in a browser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40780" y="2702052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0" name="Image 5" descr="/home/claude/pptx_project/icons/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481" y="2822753"/>
            <a:ext cx="261518" cy="26151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03720" y="26974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GitHub secrets added and deploy.yml pipeline green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240780" y="3662172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3" name="Image 6" descr="/home/claude/pptx_project/icons/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1481" y="3782873"/>
            <a:ext cx="261518" cy="26151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03720" y="3657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confirmed after an automated deploy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240780" y="4622292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7" descr="/home/claude/pptx_project/icons/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1481" y="4742993"/>
            <a:ext cx="261518" cy="26151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03720" y="46177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Clean-up performed at the end of the session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Assistant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206240" cy="4206240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4" name="Shape 2"/>
          <p:cNvSpPr/>
          <p:nvPr/>
        </p:nvSpPr>
        <p:spPr>
          <a:xfrm>
            <a:off x="5501488" y="1737360"/>
            <a:ext cx="1188720" cy="11887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5" name="Image 0" descr="/home/claude/pptx_project/icons/rock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780" y="202265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0632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It — Live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7280" y="38404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49377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Guide:  DevOps_AI_Assistant_Beginner_Guide.docx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2026-07-26T14:56:21Z</dcterms:created>
  <dcterms:modified xsi:type="dcterms:W3CDTF">2026-07-26T14:56:21Z</dcterms:modified>
</cp:coreProperties>
</file>